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Arial Narrow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A78FD9-B4D2-489C-8E92-E309FEFCD493}">
  <a:tblStyle styleId="{93A78FD9-B4D2-489C-8E92-E309FEFCD4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fill>
          <a:solidFill>
            <a:srgbClr val="D4E2C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4E2CE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rialNarrow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alNarrow-italic.fntdata"/><Relationship Id="rId25" Type="http://schemas.openxmlformats.org/officeDocument/2006/relationships/font" Target="fonts/ArialNarrow-bold.fntdata"/><Relationship Id="rId27" Type="http://schemas.openxmlformats.org/officeDocument/2006/relationships/font" Target="fonts/ArialNarrow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261257" y="2159687"/>
            <a:ext cx="11636830" cy="437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20CS7503 &amp; DESIGN PROJECT – III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b="1" lang="en-US"/>
              <a:t>END SEMESTER PRACTICAL EXAMINATION- NOV / DEC 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u="sng">
                <a:latin typeface="Arial Narrow"/>
                <a:ea typeface="Arial Narrow"/>
                <a:cs typeface="Arial Narrow"/>
                <a:sym typeface="Arial Narrow"/>
              </a:rPr>
              <a:t>REVIEW PRESENTATION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Batch No.: 7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Date: 29/11/25</a:t>
            </a:r>
            <a:endParaRPr b="1" sz="24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Session: FN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8148" l="16357" r="14907" t="0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0" y="-1"/>
            <a:ext cx="12119100" cy="1603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b="1" lang="en-US" sz="3600">
                <a:latin typeface="Arial Narrow"/>
                <a:ea typeface="Arial Narrow"/>
                <a:cs typeface="Arial Narrow"/>
                <a:sym typeface="Arial Narrow"/>
              </a:rPr>
              <a:t>DATA DRIVEN DIGITAL WARDROBE FOR APPAREL MANAGEMENT</a:t>
            </a:r>
            <a:endParaRPr b="1" sz="36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509884" y="2173578"/>
            <a:ext cx="4751432" cy="27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Guide Name: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     Mr. M. A. PRASANNA, B.E, M.Tech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     ASSISTANT PROFESSOR – CSE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     KRCT </a:t>
            </a:r>
            <a:endParaRPr b="1" sz="24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6388027" y="2126205"/>
            <a:ext cx="5555443" cy="27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            SHANMATHI S (811722104141)</a:t>
            </a:r>
            <a:endParaRPr sz="24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             UMA MAHESWARI K (811722104170)</a:t>
            </a:r>
            <a:endParaRPr sz="24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 sz="2400">
                <a:latin typeface="Arial Narrow"/>
                <a:ea typeface="Arial Narrow"/>
                <a:cs typeface="Arial Narrow"/>
                <a:sym typeface="Arial Narrow"/>
              </a:rPr>
              <a:t>             VEDHA VARSHINI V (811722104178)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838200" y="18288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38200" y="1167617"/>
            <a:ext cx="10515600" cy="5022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/>
              <a:t>To create a digital repository of all clothing items owned by the user.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/>
              <a:t>To track clothing usage frequency and identify overused and underused garments.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/>
              <a:t>To generate smart outfit recommendations based on available clothes.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/>
              <a:t>To support sustainability by reducing unnecessary purchases and maximizing wardrobe reuse.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/>
              <a:t> To capture and store clothing images and metadata through a mobile interface for user convenience</a:t>
            </a:r>
            <a:endParaRPr sz="2400"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0" y="196948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055077"/>
            <a:ext cx="10515600" cy="5121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1081"/>
              <a:buFont typeface="Arial"/>
              <a:buAutoNum type="arabicPeriod"/>
            </a:pPr>
            <a:r>
              <a:rPr lang="en-US" sz="2400"/>
              <a:t>The Digital Wardrobe project brings traditional clothing management into a smart digital platform.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1081"/>
              <a:buFont typeface="Arial"/>
              <a:buAutoNum type="arabicPeriod"/>
            </a:pPr>
            <a:r>
              <a:rPr lang="en-US" sz="2400"/>
              <a:t>It helps users organize and store wardrobe items efficiently using images and metadata.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1081"/>
              <a:buFont typeface="Arial"/>
              <a:buAutoNum type="arabicPeriod"/>
            </a:pPr>
            <a:r>
              <a:rPr lang="en-US" sz="2400"/>
              <a:t>The system analyzes clothing usage patterns to highlight how frequently each item is worn.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1081"/>
              <a:buFont typeface="Arial"/>
              <a:buAutoNum type="arabicPeriod"/>
            </a:pPr>
            <a:r>
              <a:rPr lang="en-US" sz="2400"/>
              <a:t>It generates data-driven outfit suggestions to improve dressing efficiency and creativity.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81081"/>
              <a:buFont typeface="Arial"/>
              <a:buAutoNum type="arabicPeriod"/>
            </a:pPr>
            <a:r>
              <a:rPr lang="en-US" sz="2400"/>
              <a:t>The project promotes sustainable fashion practices by encouraging optimal use of existing clothes.</a:t>
            </a:r>
            <a:endParaRPr/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/>
          <p:cNvGraphicFramePr/>
          <p:nvPr/>
        </p:nvGraphicFramePr>
        <p:xfrm>
          <a:off x="168813" y="70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{93A78FD9-B4D2-489C-8E92-E309FEFCD493}</a:tableStyleId>
              </a:tblPr>
              <a:tblGrid>
                <a:gridCol w="2941025"/>
                <a:gridCol w="2941025"/>
                <a:gridCol w="2941025"/>
                <a:gridCol w="3021925"/>
              </a:tblGrid>
              <a:tr h="75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cap="none" strike="noStrik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T="45725" marB="45725" marR="91450" marL="91450"/>
                </a:tc>
              </a:tr>
              <a:tr h="97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Smart Wardrobe: Using IoT and Cloud for Outfit Recommendation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R. Kumar, S. Sharma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International Journal of Computer Science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IoT, Cloud Computing, Data Analytics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97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Data-Driven Approach to Sustainable Fashion Consumption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L. Niinimäki, G. Peters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Journal of Cleaner Production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 Analytics, Sustainability Models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97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Intelligent Fashion Recommender System Based on User Preferences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Y. Lin, H. Chen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ACM Conference on Recommender Systems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Machine Learning, Recommender Systems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97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Digital Wardrobe: Personal Clothing Management Using Image Processing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P. Gupta, A. Verma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IEEE International Conference on Computing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Image Recognition, Database Management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97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AI in Fashion: Improving Apparel Retail with Predictive Analytics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K. Choudhury, M. Singh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Springer – AI &amp; Society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Artificial Intelligence, Predictive Models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 ARCHITECTURE</a:t>
            </a:r>
            <a:endParaRPr b="1" i="0" sz="4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WhatsApp Image 2025-11-24 at 21.59.37.jpe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10051"/>
          <a:stretch/>
        </p:blipFill>
        <p:spPr>
          <a:xfrm>
            <a:off x="1124577" y="745587"/>
            <a:ext cx="9680834" cy="565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IDENTIFICAITON</a:t>
            </a:r>
            <a:endParaRPr b="1" i="0" sz="4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740229" y="1034140"/>
            <a:ext cx="10787742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find it difficult to select outfits daily due to lack of organization.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system to track usage frequency of clothes.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garments remain unused or forgotten, leading to waste.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Manual outfit planning is time-consuming and confusing.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Users cannot easily visualize matching color combinations or coordinated outfits.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ARCHITECTURE</a:t>
            </a:r>
            <a:endParaRPr b="1" i="0" sz="4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WhatsApp Image 2025-11-24 at 22.17.52.jpeg" id="142" name="Google Shape;142;p20"/>
          <p:cNvPicPr preferRelativeResize="0"/>
          <p:nvPr/>
        </p:nvPicPr>
        <p:blipFill rotWithShape="1">
          <a:blip r:embed="rId3">
            <a:alphaModFix/>
          </a:blip>
          <a:srcRect b="0" l="0" r="0" t="14468"/>
          <a:stretch/>
        </p:blipFill>
        <p:spPr>
          <a:xfrm>
            <a:off x="1364565" y="815927"/>
            <a:ext cx="9637793" cy="5493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21"/>
          <p:cNvSpPr txBox="1"/>
          <p:nvPr>
            <p:ph idx="2" type="body"/>
          </p:nvPr>
        </p:nvSpPr>
        <p:spPr>
          <a:xfrm>
            <a:off x="265938" y="1589649"/>
            <a:ext cx="5157900" cy="47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HARDWARE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Laptop/PC with 8 GB RAM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Intel i3 or above Processor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256 GB HDD/SSD Storage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Smartphone Camera (8 MP or above)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 txBox="1"/>
          <p:nvPr>
            <p:ph idx="4" type="body"/>
          </p:nvPr>
        </p:nvSpPr>
        <p:spPr>
          <a:xfrm>
            <a:off x="6443003" y="1526494"/>
            <a:ext cx="5748997" cy="4424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821"/>
              <a:buFont typeface="Arial"/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Windows/Linux/macOS Operating System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Android Studio (Latest Stable Version)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Java Development Kit (JDK 8 or Above)</a:t>
            </a:r>
            <a:endParaRPr/>
          </a:p>
          <a:p>
            <a:pPr indent="-514350" lvl="0" marL="6286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Arial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Android SDK Platform Tools</a:t>
            </a:r>
            <a:endParaRPr/>
          </a:p>
          <a:p>
            <a:pPr indent="-400050" lvl="0" marL="6286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Font typeface="Arial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17647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17647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810065" y="1209822"/>
            <a:ext cx="10515600" cy="410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1. </a:t>
            </a:r>
            <a:r>
              <a:rPr lang="en-US"/>
              <a:t>Data Input &amp; Collection Module.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2. </a:t>
            </a:r>
            <a:r>
              <a:rPr lang="en-US"/>
              <a:t>Data Storage &amp; Management Module.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3. </a:t>
            </a:r>
            <a:r>
              <a:rPr lang="en-US"/>
              <a:t>Usage Analytics Module.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4. </a:t>
            </a:r>
            <a:r>
              <a:rPr lang="en-US"/>
              <a:t>Outfit Recommendation Module.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5. </a:t>
            </a:r>
            <a:r>
              <a:rPr lang="en-US"/>
              <a:t>Sustainability Insights Module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t/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331763" y="1206645"/>
            <a:ext cx="7616483" cy="4701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b="1" lang="en-US"/>
              <a:t>Data Input And Collection Module: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Allows users to add clothing details like type, color, and size.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Accepts images of clothes for better identification.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Provides simple forms for manual entry of wardrobe items.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Prepares the system for future IoT or sensor-based inputs.</a:t>
            </a:r>
            <a:endParaRPr/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atsApp Image 2025-11-28 at 23.23.07.jpeg" id="166" name="Google Shape;1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5194" y="576774"/>
            <a:ext cx="3713871" cy="5894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17695" y="883089"/>
            <a:ext cx="7053776" cy="522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b="1" lang="en-US"/>
              <a:t>Data Storage And Management Module: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Stores all clothing information in a structured database.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Maintains attributes such as purchase date, fabric, and usage frequency.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Ensures secure and organized storage of wardrobe data.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Provides easy retrieval of data for analytics and reporting.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WhatsApp Image 2025-11-28 at 23.23.09 (1).jpeg"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3771" y="534572"/>
            <a:ext cx="3315803" cy="5880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514642" y="1164443"/>
            <a:ext cx="7349197" cy="4884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b="1" lang="en-US"/>
              <a:t>Usage Analytics Module: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Tracks how often each clothing item is used over time.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Identifies unused or rarely used clothes in the wardrobe.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Detects frequently worn items that may require replacement.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Generates usage patterns for better decision-making.</a:t>
            </a:r>
            <a:endParaRPr/>
          </a:p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WhatsApp Image 2025-11-28 at 23.23.09.jpeg" id="182" name="Google Shape;182;p25"/>
          <p:cNvPicPr preferRelativeResize="0"/>
          <p:nvPr/>
        </p:nvPicPr>
        <p:blipFill rotWithShape="1">
          <a:blip r:embed="rId3">
            <a:alphaModFix/>
          </a:blip>
          <a:srcRect b="25538" l="0" r="0" t="0"/>
          <a:stretch/>
        </p:blipFill>
        <p:spPr>
          <a:xfrm>
            <a:off x="8458855" y="815926"/>
            <a:ext cx="3067792" cy="5106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548641" y="869023"/>
            <a:ext cx="7427742" cy="515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b="1" lang="en-US"/>
              <a:t>Outfit Recommendation Module: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Suggests outfit combinations based on existing clothes.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Considers clothing type, color, and past usage for suggestions.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Helps maximize the use of underutilized wardrobe items.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75630"/>
              <a:buChar char="•"/>
            </a:pPr>
            <a:r>
              <a:rPr lang="en-US"/>
              <a:t>Reduces the need for unnecessary shopping by reusing clothes smartly.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9" name="Google Shape;189;p26"/>
          <p:cNvSpPr txBox="1"/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WhatsApp Image 2025-11-28 at 23.23.08 (2).jpeg" id="190" name="Google Shape;190;p26"/>
          <p:cNvPicPr preferRelativeResize="0"/>
          <p:nvPr/>
        </p:nvPicPr>
        <p:blipFill rotWithShape="1">
          <a:blip r:embed="rId3">
            <a:alphaModFix/>
          </a:blip>
          <a:srcRect b="31692" l="0" r="0" t="0"/>
          <a:stretch/>
        </p:blipFill>
        <p:spPr>
          <a:xfrm>
            <a:off x="7938350" y="773722"/>
            <a:ext cx="3231397" cy="554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534572" y="1291052"/>
            <a:ext cx="7582500" cy="49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363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b="1" lang="en-US"/>
              <a:t>Sustainability Insights Module:</a:t>
            </a:r>
            <a:endParaRPr b="1"/>
          </a:p>
          <a:p>
            <a:pPr indent="-33363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/>
              <a:t>Calculates the percentage of actively used vs. unused clothes.</a:t>
            </a:r>
            <a:endParaRPr/>
          </a:p>
          <a:p>
            <a:pPr indent="-33363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/>
              <a:t>Highlights wardrobe gaps to guide mindful shopping decisions.</a:t>
            </a:r>
            <a:endParaRPr/>
          </a:p>
          <a:p>
            <a:pPr indent="-33363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/>
              <a:t>Provides Eco-friendly fashion tips based on usage patterns.</a:t>
            </a:r>
            <a:endParaRPr/>
          </a:p>
          <a:p>
            <a:pPr indent="-333632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69498"/>
              <a:buChar char="•"/>
            </a:pPr>
            <a:r>
              <a:rPr lang="en-US"/>
              <a:t>Generates reports showing potential waste reduction and savings.</a:t>
            </a:r>
            <a:endParaRPr/>
          </a:p>
        </p:txBody>
      </p: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94488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97" name="Google Shape;197;p27"/>
          <p:cNvSpPr txBox="1"/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WhatsApp Image 2025-11-28 at 22.34.02.jpeg" id="198" name="Google Shape;198;p27"/>
          <p:cNvPicPr preferRelativeResize="0"/>
          <p:nvPr/>
        </p:nvPicPr>
        <p:blipFill rotWithShape="1">
          <a:blip r:embed="rId3">
            <a:alphaModFix/>
          </a:blip>
          <a:srcRect b="59400" l="0" r="0" t="0"/>
          <a:stretch/>
        </p:blipFill>
        <p:spPr>
          <a:xfrm>
            <a:off x="8390078" y="618979"/>
            <a:ext cx="3064669" cy="288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.jpg" id="199" name="Google Shape;1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8412" y="3502856"/>
            <a:ext cx="3038621" cy="2868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838200" y="956603"/>
            <a:ext cx="10515600" cy="522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46"/>
              <a:buChar char="•"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The project successfully digitizes wardrobe management, making clothing information easier to access and analyze.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46"/>
              <a:buChar char="•"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It helps users track clothing usage and identify underused items in their wardrobe.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46"/>
              <a:buChar char="•"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The system suggests outfit combinations that encourage smarter and more efficient clothing use.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46"/>
              <a:buChar char="•"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By reducing unnecessary purchases, the project supports the idea of sustainability in fashion.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46"/>
              <a:buChar char="•"/>
            </a:pP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Overall, the project demonstrates how data analytics can improve personal wardrobe management while promoting eco-friendly habits.</a:t>
            </a:r>
            <a:endParaRPr/>
          </a:p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838200" y="1237957"/>
            <a:ext cx="10515600" cy="493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336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/>
              <a:t>Suggest clothing combinations using color and season matching with machine learning.</a:t>
            </a:r>
            <a:endParaRPr/>
          </a:p>
          <a:p>
            <a:pPr indent="-158750" lvl="0" marL="336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/>
          </a:p>
          <a:p>
            <a:pPr indent="-336550" lvl="0" marL="336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/>
              <a:t>Store wardrobe data in Firebase so users can access it across devices.</a:t>
            </a:r>
            <a:br>
              <a:rPr lang="en-US"/>
            </a:br>
            <a:endParaRPr/>
          </a:p>
          <a:p>
            <a:pPr indent="-336550" lvl="0" marL="336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/>
              <a:t>Auto-detect clothing type and color from uploaded photos using image processing.</a:t>
            </a:r>
            <a:br>
              <a:rPr lang="en-US"/>
            </a:br>
            <a:endParaRPr/>
          </a:p>
          <a:p>
            <a:pPr indent="-336550" lvl="0" marL="336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/>
              <a:t>Log and visualize outfit usage trends over weeks or months.</a:t>
            </a:r>
            <a:br>
              <a:rPr lang="en-US"/>
            </a:br>
            <a:endParaRPr/>
          </a:p>
          <a:p>
            <a:pPr indent="-336550" lvl="0" marL="3365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/>
              <a:t>Let users preview outfits on a virtual avatar or overlay using AR/VR.</a:t>
            </a:r>
            <a:endParaRPr/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